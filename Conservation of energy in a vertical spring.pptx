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5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9E4BF-E058-4E52-82DA-4ACDB1E42444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738E6-7B00-4412-BB00-0F5EA8C07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89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ABEE-B2FD-40F9-BDF7-35F511D28B99}" type="datetime1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15D4D-C6AA-4132-9DEF-48140A4A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8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E05F-9AF3-46FC-A100-25289723AF74}" type="datetime1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15D4D-C6AA-4132-9DEF-48140A4A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35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746E-4AB4-43F7-8166-EB3867D28C94}" type="datetime1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15D4D-C6AA-4132-9DEF-48140A4A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06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FF70D-960A-4D1A-8AB8-F79B01699169}" type="datetime1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15D4D-C6AA-4132-9DEF-48140A4A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5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F19A4-0ED8-4C5D-A627-CB36F4A564E5}" type="datetime1">
              <a:rPr lang="en-US" smtClean="0"/>
              <a:t>12/3/2020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15D4D-C6AA-4132-9DEF-48140A4A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5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E0CE-3529-4CB6-B767-69235F621D49}" type="datetime1">
              <a:rPr lang="en-US" smtClean="0"/>
              <a:t>12/3/2020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15D4D-C6AA-4132-9DEF-48140A4A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7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76B36-FDDE-4086-ACDA-FA3A09279F0B}" type="datetime1">
              <a:rPr lang="en-US" smtClean="0"/>
              <a:t>12/3/2020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15D4D-C6AA-4132-9DEF-48140A4A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0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EC8DB-BCE9-45B2-9CC2-7DA31D0321FA}" type="datetime1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15D4D-C6AA-4132-9DEF-48140A4A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7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53C7A-E17A-479E-9FEF-3D15478333EE}" type="datetime1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15D4D-C6AA-4132-9DEF-48140A4A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95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0DC44-AD97-4C24-A19B-CE86E7841943}" type="datetime1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15D4D-C6AA-4132-9DEF-48140A4A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3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039E3-31B4-4789-A44F-4F653090A58F}" type="datetime1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15D4D-C6AA-4132-9DEF-48140A4A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3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5DDA3-76DB-4B1B-B3BC-E0F7B77D704D}" type="datetime1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15D4D-C6AA-4132-9DEF-48140A4A5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17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Conservation of Mechanical Energy in a Vertical Spring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7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Objectives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Verifying Hooke’s law and determining the Spring Coefficient k.</a:t>
            </a:r>
          </a:p>
          <a:p>
            <a:r>
              <a:rPr lang="en-US" dirty="0" smtClean="0"/>
              <a:t>Demonstrating and Verifying the conservation of Energy using a Vertical Spring.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34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Forces on the spring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a mass is hanged . There are two forces acting on the spring: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- A force upwards called Hooke’s force F=-</a:t>
            </a:r>
            <a:r>
              <a:rPr lang="en-US" dirty="0" err="1" smtClean="0"/>
              <a:t>kx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- A gravitational  force downwards F=mg</a:t>
            </a:r>
          </a:p>
          <a:p>
            <a:r>
              <a:rPr lang="en-US" dirty="0"/>
              <a:t> </a:t>
            </a:r>
            <a:r>
              <a:rPr lang="en-US" dirty="0" smtClean="0"/>
              <a:t>At the Equilibrium position ( Fig. b) the net force is 0 so mg=</a:t>
            </a:r>
            <a:r>
              <a:rPr lang="en-US" dirty="0" err="1" smtClean="0"/>
              <a:t>kx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68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 smtClean="0">
                <a:solidFill>
                  <a:srgbClr val="FF0000"/>
                </a:solidFill>
              </a:rPr>
              <a:t>ertical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 smtClean="0">
                <a:solidFill>
                  <a:srgbClr val="FF0000"/>
                </a:solidFill>
              </a:rPr>
              <a:t>pring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76400"/>
            <a:ext cx="7231849" cy="3714012"/>
          </a:xfrm>
        </p:spPr>
      </p:pic>
    </p:spTree>
    <p:extLst>
      <p:ext uri="{BB962C8B-B14F-4D97-AF65-F5344CB8AC3E}">
        <p14:creationId xmlns:p14="http://schemas.microsoft.com/office/powerpoint/2010/main" val="4191043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Conservation of energy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3 forms of energy : Kinetic energy , gravitational  potential energy and elastic potential energy.</a:t>
            </a:r>
          </a:p>
          <a:p>
            <a:r>
              <a:rPr lang="en-US" dirty="0" smtClean="0"/>
              <a:t>When the spring is stretched  as in fig. (</a:t>
            </a:r>
            <a:r>
              <a:rPr lang="en-US" dirty="0"/>
              <a:t> </a:t>
            </a:r>
            <a:r>
              <a:rPr lang="en-US" dirty="0" smtClean="0"/>
              <a:t>c ) it oscillates converting the different type of energies to each other, with the total energy conserved at all points.</a:t>
            </a:r>
          </a:p>
        </p:txBody>
      </p:sp>
    </p:spTree>
    <p:extLst>
      <p:ext uri="{BB962C8B-B14F-4D97-AF65-F5344CB8AC3E}">
        <p14:creationId xmlns:p14="http://schemas.microsoft.com/office/powerpoint/2010/main" val="279229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Conservation of energy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8114300" cy="3645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1682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Setup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600200"/>
            <a:ext cx="3810000" cy="4800600"/>
          </a:xfrm>
        </p:spPr>
      </p:pic>
    </p:spTree>
    <p:extLst>
      <p:ext uri="{BB962C8B-B14F-4D97-AF65-F5344CB8AC3E}">
        <p14:creationId xmlns:p14="http://schemas.microsoft.com/office/powerpoint/2010/main" val="3160927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Tasks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Task 1 : Verification of Hooke’s law and computing the spring coefficient k.</a:t>
            </a:r>
          </a:p>
          <a:p>
            <a:r>
              <a:rPr lang="en-US" dirty="0" smtClean="0"/>
              <a:t>Task 2 : Relation between </a:t>
            </a:r>
            <a:r>
              <a:rPr lang="en-US" dirty="0" smtClean="0"/>
              <a:t>Speed </a:t>
            </a:r>
            <a:r>
              <a:rPr lang="en-US" dirty="0" smtClean="0"/>
              <a:t>and Displacement  from equilibrium with constant Mass.</a:t>
            </a:r>
          </a:p>
          <a:p>
            <a:r>
              <a:rPr lang="en-US" dirty="0" smtClean="0"/>
              <a:t>Task 3 : Relation between </a:t>
            </a:r>
            <a:r>
              <a:rPr lang="en-US" dirty="0" smtClean="0"/>
              <a:t>Speed </a:t>
            </a:r>
            <a:r>
              <a:rPr lang="en-US" dirty="0" smtClean="0"/>
              <a:t>and Mass with constant Displacement from equilibrium.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079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Objectives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Verifying Hooke’s law and determining the Spring Coefficient k.</a:t>
            </a:r>
          </a:p>
          <a:p>
            <a:r>
              <a:rPr lang="en-US" dirty="0" smtClean="0"/>
              <a:t>Demonstrating and Verifying the conservation of Energy using a Vertical Spring.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6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211</Words>
  <Application>Microsoft Office PowerPoint</Application>
  <PresentationFormat>On-screen Show (4:3)</PresentationFormat>
  <Paragraphs>23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Conservation of Mechanical Energy in a Vertical Spring</vt:lpstr>
      <vt:lpstr>Objectives</vt:lpstr>
      <vt:lpstr>Forces on the spring </vt:lpstr>
      <vt:lpstr>Vertical Spring</vt:lpstr>
      <vt:lpstr>Conservation of energy </vt:lpstr>
      <vt:lpstr>Conservation of energy </vt:lpstr>
      <vt:lpstr>Setup</vt:lpstr>
      <vt:lpstr>Tasks</vt:lpstr>
      <vt:lpstr>Objectives</vt:lpstr>
    </vt:vector>
  </TitlesOfParts>
  <Company>Wld-Otiba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Conservation of energy in a vertical spring</dc:title>
  <dc:creator>Inspiron</dc:creator>
  <cp:lastModifiedBy>Inspiron</cp:lastModifiedBy>
  <cp:revision>8</cp:revision>
  <dcterms:created xsi:type="dcterms:W3CDTF">2020-12-03T12:24:27Z</dcterms:created>
  <dcterms:modified xsi:type="dcterms:W3CDTF">2020-12-03T17:23:53Z</dcterms:modified>
</cp:coreProperties>
</file>